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1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20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2B853-8771-6B6A-FC45-6024FFE495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767718-083E-8F22-AA4D-E58476FD5D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83463B-62F2-35DE-6BDF-858D513A7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4D37-CDFA-42F3-966E-E6797DFA4C59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AF79C4-B35C-E4D3-0827-98D31D913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F0DE9F-7C79-AF23-9A46-EF7D93C82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FEA79-5BFC-49D9-9198-106E388DCB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0569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C0C0D-DD48-6854-9906-C935F471C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65CBD-2A21-2E89-D333-383ABCC25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7F0C16-5E17-4AD2-9368-48D3AC75B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4D37-CDFA-42F3-966E-E6797DFA4C59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BCE96A-1231-863B-DE88-B00445687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A45A46-97E0-E195-7BB2-01893CC95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FEA79-5BFC-49D9-9198-106E388DCB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2377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F600B-F964-EB02-05C2-45F0A4FD6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61675E-A061-1DCC-2AC5-FE8FAB426C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94E6B1-B0D0-2CF9-A594-A79EDB686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4D37-CDFA-42F3-966E-E6797DFA4C59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01986E-5308-CEA3-8E04-E242B0085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92C191-DB22-891B-DC5A-A6DC9BE5F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FEA79-5BFC-49D9-9198-106E388DCB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4915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21809-06DE-6E76-A187-3FDDC8C58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9C7AD-9EC8-BBE5-C882-EA57F0A5C8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DA478D-F16A-C042-0D7B-91E0097748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D89D37-65A5-143F-B45A-A655901C4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4D37-CDFA-42F3-966E-E6797DFA4C59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D52579-E154-413F-BFAD-B0331EAC1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2EC720-6CBA-FEF1-DEA0-FAFAF6BFF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FEA79-5BFC-49D9-9198-106E388DCB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6896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781BB-2073-F721-8FEB-012023C18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87483A-6328-D74D-5594-CCFA0C76B8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11E5BA-5445-A577-195D-17C314BF22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3EBBED-676B-1865-71EA-1534C40175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731AF6-8CD1-A2C4-3D71-3A68529EE7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CCC87C-C4A2-7849-40EE-C4F0C2B7C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4D37-CDFA-42F3-966E-E6797DFA4C59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92383F-BDC9-86A1-45CB-39976EDAA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38B0A2-A757-210E-B667-614595C84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FEA79-5BFC-49D9-9198-106E388DCB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1853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D8026-4A67-4DD0-8620-4AD319BAB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46CF96-D5B4-BE40-BB6A-20013420B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4D37-CDFA-42F3-966E-E6797DFA4C59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960980-740E-C9EA-85B0-64DAEC1B7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286EC0-04E4-985D-6098-5CF590060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FEA79-5BFC-49D9-9198-106E388DCB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8730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2CD4B4-278C-27AA-A546-E9FAD6711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4D37-CDFA-42F3-966E-E6797DFA4C59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E5CE74-3C84-D1EC-3F3C-A575CC693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38BF7D-4AAB-456D-DC84-E10492778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FEA79-5BFC-49D9-9198-106E388DCB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5668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F25D2-426A-D9C6-04B1-BE9A4910F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A4E92-7B3E-DCC5-3BEB-BFF0F817C8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03D645-9AFD-F838-7623-D71ADA3E8C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2E7803-B015-BA38-93C3-8FEE1E82C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4D37-CDFA-42F3-966E-E6797DFA4C59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3CCDB3-DB8F-5775-D6CD-2751E6414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C26EA3-F5AB-7C83-A8E1-57168D7F2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FEA79-5BFC-49D9-9198-106E388DCB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2073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FBCA9-2C02-D4D9-651A-A5EEA7DCA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4C69C5-A756-061B-9770-2D1D38D491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B14856-C2FB-AFEC-DE34-253B46EFCA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D9BCCE-4690-1AD2-3F53-97D9E18D2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4D37-CDFA-42F3-966E-E6797DFA4C59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F0E63D-6B04-F2B6-7CAA-96610DB91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7886E7-EB3C-B077-AAEB-503854677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FEA79-5BFC-49D9-9198-106E388DCB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9232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B088-0793-D8AA-726D-6EDA32A0F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E6CA48-1AE0-4EA3-14EC-EC99BA1A18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6B84B5-BA24-55B9-E398-DA83E5DA0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4D37-CDFA-42F3-966E-E6797DFA4C59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EA57E6-7732-E855-41D1-BAA80C5DC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3A2BC9-E449-F7E6-EEEA-F8C219668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FEA79-5BFC-49D9-9198-106E388DCB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6341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3EAE1D-8B47-4DDA-736E-2A152AD75D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BAE641-7DC1-396F-4620-05723B7140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34306F-32B2-EB63-8878-6E63EE6C6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4D37-CDFA-42F3-966E-E6797DFA4C59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7CB790-7B4E-9809-393B-3C0992CE8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5D57B1-EF7E-C9BE-8CE9-32329321C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FEA79-5BFC-49D9-9198-106E388DCB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0221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CB49C8-AED1-1E1E-C940-B1922E942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98AA1E-7B05-C1D4-ED69-39FFBADA30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7F4AC-2184-947C-88E7-61F5B9C2F0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9C4D37-CDFA-42F3-966E-E6797DFA4C59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3BC480-B88D-64A5-EE7B-C2C43109EC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BE9703-3B15-10FE-39A3-B0B04FB5E1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8FEA79-5BFC-49D9-9198-106E388DCB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3916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C98F5A09-8868-4371-AF4B-DB4E9362D7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3528"/>
            <a:ext cx="6553200" cy="1571625"/>
          </a:xfrm>
          <a:prstGeom prst="rect">
            <a:avLst/>
          </a:prstGeom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58E8C0F-563F-15CA-89F5-4ACD501CBF3B}"/>
              </a:ext>
            </a:extLst>
          </p:cNvPr>
          <p:cNvSpPr/>
          <p:nvPr/>
        </p:nvSpPr>
        <p:spPr>
          <a:xfrm>
            <a:off x="4230624" y="100584"/>
            <a:ext cx="1450848" cy="414528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95A0C8F-CB08-ED0C-2463-A5FDC65D9788}"/>
              </a:ext>
            </a:extLst>
          </p:cNvPr>
          <p:cNvSpPr/>
          <p:nvPr/>
        </p:nvSpPr>
        <p:spPr>
          <a:xfrm>
            <a:off x="4358640" y="649224"/>
            <a:ext cx="1822704" cy="262128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54DE25F-62E6-C976-54FD-237A65C510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03985"/>
            <a:ext cx="7286625" cy="263842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2450B77E-3EBE-6352-DC9B-DBC3EBB13442}"/>
              </a:ext>
            </a:extLst>
          </p:cNvPr>
          <p:cNvSpPr txBox="1"/>
          <p:nvPr/>
        </p:nvSpPr>
        <p:spPr>
          <a:xfrm>
            <a:off x="3334994" y="2164199"/>
            <a:ext cx="2047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2"/>
                </a:solidFill>
              </a:rPr>
              <a:t>Not a good choice!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7F178AC-F862-70FF-085F-9ACC743B67EF}"/>
              </a:ext>
            </a:extLst>
          </p:cNvPr>
          <p:cNvSpPr txBox="1"/>
          <p:nvPr/>
        </p:nvSpPr>
        <p:spPr>
          <a:xfrm>
            <a:off x="4024324" y="2918638"/>
            <a:ext cx="19455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accent2"/>
                </a:solidFill>
              </a:rPr>
              <a:t>Better than CyberNinja420</a:t>
            </a:r>
          </a:p>
          <a:p>
            <a:r>
              <a:rPr lang="en-GB" sz="1200" dirty="0">
                <a:solidFill>
                  <a:schemeClr val="accent2"/>
                </a:solidFill>
              </a:rPr>
              <a:t>(probably)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8779A90-9E8D-8A58-3DCE-25749E0ECA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918585"/>
            <a:ext cx="7286625" cy="1257300"/>
          </a:xfrm>
          <a:prstGeom prst="rect">
            <a:avLst/>
          </a:prstGeom>
        </p:spPr>
      </p:pic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4031930C-730C-CA96-D87F-D3F735A94884}"/>
              </a:ext>
            </a:extLst>
          </p:cNvPr>
          <p:cNvSpPr/>
          <p:nvPr/>
        </p:nvSpPr>
        <p:spPr>
          <a:xfrm>
            <a:off x="5908961" y="4509599"/>
            <a:ext cx="1145064" cy="421683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9FEC659F-D27F-DEE6-1034-449872535C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070621"/>
            <a:ext cx="7296150" cy="126682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B063C06D-E76C-0C21-EFAD-C3854E656E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401" y="5118854"/>
            <a:ext cx="542925" cy="49530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57647BB7-A75D-1E5B-7469-AA84B8FB55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86393" y="5103619"/>
            <a:ext cx="542925" cy="49530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46C4793C-F218-58A5-A4A4-9C5967140A9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6209162"/>
            <a:ext cx="7362825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33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FC0672B-A97C-C10D-6032-CBD2B4FDEA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1252"/>
            <a:ext cx="11906250" cy="68580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5B82A7D-F051-551F-8853-8A2C4E991E2C}"/>
              </a:ext>
            </a:extLst>
          </p:cNvPr>
          <p:cNvSpPr/>
          <p:nvPr/>
        </p:nvSpPr>
        <p:spPr>
          <a:xfrm>
            <a:off x="10826496" y="329184"/>
            <a:ext cx="963168" cy="268224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4499FB2-B273-9F6B-6410-67D91E4FE357}"/>
              </a:ext>
            </a:extLst>
          </p:cNvPr>
          <p:cNvSpPr/>
          <p:nvPr/>
        </p:nvSpPr>
        <p:spPr>
          <a:xfrm>
            <a:off x="152400" y="320040"/>
            <a:ext cx="810768" cy="268224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1C66011-C056-1ADC-45F7-CA175B1F0C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93419"/>
            <a:ext cx="2867025" cy="5143500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1ECCF19-1916-376E-1F20-53C48E8957E6}"/>
              </a:ext>
            </a:extLst>
          </p:cNvPr>
          <p:cNvCxnSpPr>
            <a:cxnSpLocks/>
          </p:cNvCxnSpPr>
          <p:nvPr/>
        </p:nvCxnSpPr>
        <p:spPr>
          <a:xfrm flipH="1">
            <a:off x="1536192" y="5520689"/>
            <a:ext cx="768096" cy="0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39C14535-1746-E273-95E2-8B953E268C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0246" y="693419"/>
            <a:ext cx="3905250" cy="412432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C7E90B6-A6D6-6831-D0BC-4B9003F9E6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7672" y="693419"/>
            <a:ext cx="3895725" cy="4143375"/>
          </a:xfrm>
          <a:prstGeom prst="rect">
            <a:avLst/>
          </a:prstGeom>
        </p:spPr>
      </p:pic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88A7924-FEF4-5449-309C-9B97999BA417}"/>
              </a:ext>
            </a:extLst>
          </p:cNvPr>
          <p:cNvSpPr/>
          <p:nvPr/>
        </p:nvSpPr>
        <p:spPr>
          <a:xfrm>
            <a:off x="6715983" y="3087814"/>
            <a:ext cx="3480816" cy="896112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7335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6668FA-FBC4-3125-C354-79E37C99AB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143500" cy="3952875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A0F3852-C5D7-C0FA-BAFF-996BE722D052}"/>
              </a:ext>
            </a:extLst>
          </p:cNvPr>
          <p:cNvSpPr/>
          <p:nvPr/>
        </p:nvSpPr>
        <p:spPr>
          <a:xfrm>
            <a:off x="217647" y="3056763"/>
            <a:ext cx="1123473" cy="283845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6185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6AE6AA-4FAA-B304-FABD-D15BD997EB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2841179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A99CB13-BAA0-7B02-3189-AFB3DB0FD9E0}"/>
              </a:ext>
            </a:extLst>
          </p:cNvPr>
          <p:cNvSpPr/>
          <p:nvPr/>
        </p:nvSpPr>
        <p:spPr>
          <a:xfrm>
            <a:off x="11301984" y="170688"/>
            <a:ext cx="219456" cy="256032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6FAD5E6-6C2A-3F47-30D4-37B69D6B0E91}"/>
              </a:ext>
            </a:extLst>
          </p:cNvPr>
          <p:cNvCxnSpPr>
            <a:cxnSpLocks/>
          </p:cNvCxnSpPr>
          <p:nvPr/>
        </p:nvCxnSpPr>
        <p:spPr>
          <a:xfrm flipV="1">
            <a:off x="11417808" y="560832"/>
            <a:ext cx="0" cy="704849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E06E54CA-4E82-94B0-F447-F1692613B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39984"/>
            <a:ext cx="12192000" cy="3457184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70643DF-216F-10DF-9801-82F12E5EFE97}"/>
              </a:ext>
            </a:extLst>
          </p:cNvPr>
          <p:cNvCxnSpPr>
            <a:cxnSpLocks/>
          </p:cNvCxnSpPr>
          <p:nvPr/>
        </p:nvCxnSpPr>
        <p:spPr>
          <a:xfrm flipH="1">
            <a:off x="1743456" y="4868417"/>
            <a:ext cx="731520" cy="0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541E34B-DD7B-4A6D-5817-2A61769CB55F}"/>
              </a:ext>
            </a:extLst>
          </p:cNvPr>
          <p:cNvSpPr/>
          <p:nvPr/>
        </p:nvSpPr>
        <p:spPr>
          <a:xfrm>
            <a:off x="615696" y="4709920"/>
            <a:ext cx="969264" cy="300991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97A7E8E-076D-96AB-7EB7-24BFF82859FB}"/>
              </a:ext>
            </a:extLst>
          </p:cNvPr>
          <p:cNvSpPr/>
          <p:nvPr/>
        </p:nvSpPr>
        <p:spPr>
          <a:xfrm>
            <a:off x="10940143" y="2982041"/>
            <a:ext cx="1143000" cy="300991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EBB3470-2C2A-359C-BEDA-F6CD98F973F8}"/>
              </a:ext>
            </a:extLst>
          </p:cNvPr>
          <p:cNvCxnSpPr>
            <a:cxnSpLocks/>
          </p:cNvCxnSpPr>
          <p:nvPr/>
        </p:nvCxnSpPr>
        <p:spPr>
          <a:xfrm flipV="1">
            <a:off x="11295235" y="3283032"/>
            <a:ext cx="0" cy="704849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BC98FB3-5192-A770-F5C7-BF27024E4B5E}"/>
              </a:ext>
            </a:extLst>
          </p:cNvPr>
          <p:cNvSpPr txBox="1"/>
          <p:nvPr/>
        </p:nvSpPr>
        <p:spPr>
          <a:xfrm>
            <a:off x="2200656" y="447937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2"/>
                </a:solidFill>
              </a:rPr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DD563DA-1170-526E-EE59-78A8C90EBCAD}"/>
              </a:ext>
            </a:extLst>
          </p:cNvPr>
          <p:cNvSpPr txBox="1"/>
          <p:nvPr/>
        </p:nvSpPr>
        <p:spPr>
          <a:xfrm>
            <a:off x="11124515" y="404615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2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87907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3598215-8795-033F-F59B-E3B54455E6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791075" cy="50387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5CC6062-7202-91C5-88BA-4BC067DF32C6}"/>
              </a:ext>
            </a:extLst>
          </p:cNvPr>
          <p:cNvSpPr txBox="1"/>
          <p:nvPr/>
        </p:nvSpPr>
        <p:spPr>
          <a:xfrm>
            <a:off x="2310493" y="120015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2"/>
                </a:solidFill>
              </a:rP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310E56-4A0B-4225-0CC8-5C8EE73180E0}"/>
              </a:ext>
            </a:extLst>
          </p:cNvPr>
          <p:cNvSpPr txBox="1"/>
          <p:nvPr/>
        </p:nvSpPr>
        <p:spPr>
          <a:xfrm>
            <a:off x="2241488" y="171994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2"/>
                </a:solidFill>
              </a:rPr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84438A-33D9-A1D4-50BE-53B091C491ED}"/>
              </a:ext>
            </a:extLst>
          </p:cNvPr>
          <p:cNvSpPr txBox="1"/>
          <p:nvPr/>
        </p:nvSpPr>
        <p:spPr>
          <a:xfrm>
            <a:off x="3524250" y="390797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2"/>
                </a:solidFill>
              </a:rPr>
              <a:t>3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5CB1E0A-7F9B-0AE8-D012-387312723DA7}"/>
              </a:ext>
            </a:extLst>
          </p:cNvPr>
          <p:cNvSpPr/>
          <p:nvPr/>
        </p:nvSpPr>
        <p:spPr>
          <a:xfrm>
            <a:off x="3269088" y="4432334"/>
            <a:ext cx="1294747" cy="369332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4874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0EB1846-77E0-5AFA-9574-45D9D94957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547" y="174171"/>
            <a:ext cx="3219450" cy="6477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17AB0D-0CB9-15AB-C07A-18AB4CAF3D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547" y="838200"/>
            <a:ext cx="6286500" cy="14573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C395B02-0420-877B-6809-F59E89B34E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547" y="2311854"/>
            <a:ext cx="6286500" cy="17240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5299172-F805-7725-EF24-D85732E5C7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072" y="4052208"/>
            <a:ext cx="6276975" cy="16764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7477DD3-4E66-FA19-DDEF-A0E59F5F8F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9925" y="242887"/>
            <a:ext cx="3524250" cy="132397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19C8272-8834-4A5B-C0F9-0DE0D40A4D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3047" y="1583191"/>
            <a:ext cx="5762625" cy="51435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81B14B5-5E40-744F-87A9-D8A7705497E4}"/>
              </a:ext>
            </a:extLst>
          </p:cNvPr>
          <p:cNvSpPr txBox="1"/>
          <p:nvPr/>
        </p:nvSpPr>
        <p:spPr>
          <a:xfrm>
            <a:off x="9478736" y="245744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2"/>
                </a:solidFill>
              </a:rPr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4BB2B79-99C2-B4F8-BD0C-993AB8E9D578}"/>
              </a:ext>
            </a:extLst>
          </p:cNvPr>
          <p:cNvSpPr txBox="1"/>
          <p:nvPr/>
        </p:nvSpPr>
        <p:spPr>
          <a:xfrm>
            <a:off x="8628001" y="407709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2"/>
                </a:solidFill>
              </a:rPr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FCBE962-6760-323D-4840-90836D80337D}"/>
              </a:ext>
            </a:extLst>
          </p:cNvPr>
          <p:cNvSpPr txBox="1"/>
          <p:nvPr/>
        </p:nvSpPr>
        <p:spPr>
          <a:xfrm>
            <a:off x="11028301" y="581569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2"/>
                </a:solidFill>
              </a:rPr>
              <a:t>3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EC6C145-FD92-343E-7690-2067FAA77731}"/>
              </a:ext>
            </a:extLst>
          </p:cNvPr>
          <p:cNvSpPr/>
          <p:nvPr/>
        </p:nvSpPr>
        <p:spPr>
          <a:xfrm>
            <a:off x="10995645" y="6176862"/>
            <a:ext cx="969264" cy="369332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11E0FC7-AD13-0799-AFC4-B73C4E9C89CA}"/>
              </a:ext>
            </a:extLst>
          </p:cNvPr>
          <p:cNvCxnSpPr>
            <a:cxnSpLocks/>
          </p:cNvCxnSpPr>
          <p:nvPr/>
        </p:nvCxnSpPr>
        <p:spPr>
          <a:xfrm flipH="1" flipV="1">
            <a:off x="6874329" y="4035879"/>
            <a:ext cx="1657350" cy="225878"/>
          </a:xfrm>
          <a:prstGeom prst="straightConnector1">
            <a:avLst/>
          </a:prstGeom>
          <a:ln w="508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19755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A795A63-98A8-D7B5-D6A7-5A75E9C123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048500" cy="514350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0F54F41-AA33-F5EF-3C9B-9EB8A999BAB0}"/>
              </a:ext>
            </a:extLst>
          </p:cNvPr>
          <p:cNvSpPr/>
          <p:nvPr/>
        </p:nvSpPr>
        <p:spPr>
          <a:xfrm>
            <a:off x="171450" y="3267075"/>
            <a:ext cx="6667500" cy="923925"/>
          </a:xfrm>
          <a:prstGeom prst="round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57747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A0C1AD3-D9D2-F705-8DCF-B36F77CDA6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25" y="0"/>
            <a:ext cx="7086600" cy="512445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80F20A7-E9E3-096F-A3B9-30AEDE03673B}"/>
              </a:ext>
            </a:extLst>
          </p:cNvPr>
          <p:cNvSpPr/>
          <p:nvPr/>
        </p:nvSpPr>
        <p:spPr>
          <a:xfrm>
            <a:off x="171450" y="1190625"/>
            <a:ext cx="6667500" cy="923925"/>
          </a:xfrm>
          <a:prstGeom prst="round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37AC0C-DA72-AF5F-9B67-38AC0497DA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48250"/>
            <a:ext cx="5857875" cy="1657350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38FE673-6D84-0E63-A056-0B7A33876F57}"/>
              </a:ext>
            </a:extLst>
          </p:cNvPr>
          <p:cNvSpPr/>
          <p:nvPr/>
        </p:nvSpPr>
        <p:spPr>
          <a:xfrm>
            <a:off x="3314700" y="5200650"/>
            <a:ext cx="2143125" cy="266700"/>
          </a:xfrm>
          <a:prstGeom prst="round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76244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D270CD6-FAF8-4866-43CE-BF4169E53E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096125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4C7EB70-3DFA-5E2E-6A55-71A0C0346CC4}"/>
              </a:ext>
            </a:extLst>
          </p:cNvPr>
          <p:cNvSpPr txBox="1"/>
          <p:nvPr/>
        </p:nvSpPr>
        <p:spPr>
          <a:xfrm>
            <a:off x="1819275" y="1529834"/>
            <a:ext cx="46291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chemeClr val="accent2"/>
                </a:solidFill>
              </a:rPr>
              <a:t>https://github.com/jmcvw/CyberNinja420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D63B33-44AE-0ABA-B28E-FB960B385F55}"/>
              </a:ext>
            </a:extLst>
          </p:cNvPr>
          <p:cNvSpPr txBox="1"/>
          <p:nvPr/>
        </p:nvSpPr>
        <p:spPr>
          <a:xfrm>
            <a:off x="1828800" y="2148959"/>
            <a:ext cx="14001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chemeClr val="accent2"/>
                </a:solidFill>
              </a:rPr>
              <a:t>CyberNinja420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6743994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15AFAAC-79F7-77D5-A3BF-05B2575938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991600" cy="5143500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18D81A7-4759-8468-1D9C-4D8868D31F1E}"/>
              </a:ext>
            </a:extLst>
          </p:cNvPr>
          <p:cNvCxnSpPr>
            <a:cxnSpLocks/>
          </p:cNvCxnSpPr>
          <p:nvPr/>
        </p:nvCxnSpPr>
        <p:spPr>
          <a:xfrm flipH="1">
            <a:off x="5885089" y="3807279"/>
            <a:ext cx="421821" cy="0"/>
          </a:xfrm>
          <a:prstGeom prst="straightConnector1">
            <a:avLst/>
          </a:prstGeom>
          <a:ln w="3175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DABA46B-38AC-35F8-C2BF-81AC27577920}"/>
              </a:ext>
            </a:extLst>
          </p:cNvPr>
          <p:cNvCxnSpPr>
            <a:cxnSpLocks/>
          </p:cNvCxnSpPr>
          <p:nvPr/>
        </p:nvCxnSpPr>
        <p:spPr>
          <a:xfrm flipH="1">
            <a:off x="1238250" y="1711779"/>
            <a:ext cx="649060" cy="164646"/>
          </a:xfrm>
          <a:prstGeom prst="straightConnector1">
            <a:avLst/>
          </a:prstGeom>
          <a:ln w="3175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E9B2CCD-120A-9C07-1468-BCCAD66551A5}"/>
              </a:ext>
            </a:extLst>
          </p:cNvPr>
          <p:cNvCxnSpPr>
            <a:cxnSpLocks/>
          </p:cNvCxnSpPr>
          <p:nvPr/>
        </p:nvCxnSpPr>
        <p:spPr>
          <a:xfrm flipV="1">
            <a:off x="5525860" y="885825"/>
            <a:ext cx="0" cy="405306"/>
          </a:xfrm>
          <a:prstGeom prst="straightConnector1">
            <a:avLst/>
          </a:prstGeom>
          <a:ln w="3175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FEA7B6D-2C9E-2A47-AB81-705A71852B95}"/>
              </a:ext>
            </a:extLst>
          </p:cNvPr>
          <p:cNvSpPr txBox="1"/>
          <p:nvPr/>
        </p:nvSpPr>
        <p:spPr>
          <a:xfrm>
            <a:off x="6306910" y="3622613"/>
            <a:ext cx="3224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kern="1200" dirty="0">
                <a:solidFill>
                  <a:srgbClr val="E97132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1</a:t>
            </a:r>
            <a:endParaRPr lang="en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3A7276-FD0C-A4F5-488E-BEA18723E85A}"/>
              </a:ext>
            </a:extLst>
          </p:cNvPr>
          <p:cNvSpPr txBox="1"/>
          <p:nvPr/>
        </p:nvSpPr>
        <p:spPr>
          <a:xfrm>
            <a:off x="1887310" y="1475797"/>
            <a:ext cx="3224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kern="1200" dirty="0">
                <a:solidFill>
                  <a:srgbClr val="E97132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2</a:t>
            </a:r>
            <a:endParaRPr lang="en-GB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3891C4-7863-9555-BB87-9A5574DE3F7B}"/>
              </a:ext>
            </a:extLst>
          </p:cNvPr>
          <p:cNvSpPr txBox="1"/>
          <p:nvPr/>
        </p:nvSpPr>
        <p:spPr>
          <a:xfrm>
            <a:off x="5525860" y="1291131"/>
            <a:ext cx="3224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kern="1200" dirty="0">
                <a:solidFill>
                  <a:srgbClr val="E97132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3</a:t>
            </a:r>
            <a:endParaRPr lang="en-GB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ABC420D-53F5-A29B-25E4-DF5AD4C90335}"/>
              </a:ext>
            </a:extLst>
          </p:cNvPr>
          <p:cNvSpPr/>
          <p:nvPr/>
        </p:nvSpPr>
        <p:spPr>
          <a:xfrm>
            <a:off x="5235348" y="558285"/>
            <a:ext cx="527278" cy="266700"/>
          </a:xfrm>
          <a:prstGeom prst="round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3096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3535FC9-E007-A0E9-9D0C-2CA5E94443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982075" cy="398145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63DE36D-38CF-AE38-FEF9-3D3CC1C31DE8}"/>
              </a:ext>
            </a:extLst>
          </p:cNvPr>
          <p:cNvSpPr/>
          <p:nvPr/>
        </p:nvSpPr>
        <p:spPr>
          <a:xfrm>
            <a:off x="110897" y="891659"/>
            <a:ext cx="651103" cy="889515"/>
          </a:xfrm>
          <a:prstGeom prst="round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8DAC0A-3CBF-BAA0-E656-28755B04CF32}"/>
              </a:ext>
            </a:extLst>
          </p:cNvPr>
          <p:cNvSpPr txBox="1"/>
          <p:nvPr/>
        </p:nvSpPr>
        <p:spPr>
          <a:xfrm>
            <a:off x="436448" y="2303501"/>
            <a:ext cx="19169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accent2"/>
                </a:solidFill>
              </a:rPr>
              <a:t>Tick BOTH boxes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A5DCD8-24E1-64B5-5534-FF3D394AA422}"/>
              </a:ext>
            </a:extLst>
          </p:cNvPr>
          <p:cNvSpPr txBox="1"/>
          <p:nvPr/>
        </p:nvSpPr>
        <p:spPr>
          <a:xfrm>
            <a:off x="454819" y="1881484"/>
            <a:ext cx="3071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accent2"/>
                </a:solidFill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E14E6F-96AC-95BC-A837-C833FEF472FE}"/>
              </a:ext>
            </a:extLst>
          </p:cNvPr>
          <p:cNvSpPr txBox="1"/>
          <p:nvPr/>
        </p:nvSpPr>
        <p:spPr>
          <a:xfrm>
            <a:off x="3779044" y="1621393"/>
            <a:ext cx="3071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accent2"/>
                </a:solidFill>
              </a:rP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6FF2F7-5B51-3998-B25A-CE3FDDB71313}"/>
              </a:ext>
            </a:extLst>
          </p:cNvPr>
          <p:cNvSpPr txBox="1"/>
          <p:nvPr/>
        </p:nvSpPr>
        <p:spPr>
          <a:xfrm>
            <a:off x="7579519" y="3059668"/>
            <a:ext cx="3071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accent2"/>
                </a:solidFill>
              </a:rPr>
              <a:t>3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755587A-A48B-BBD3-AAC1-8F5BE9E93026}"/>
              </a:ext>
            </a:extLst>
          </p:cNvPr>
          <p:cNvCxnSpPr/>
          <p:nvPr/>
        </p:nvCxnSpPr>
        <p:spPr>
          <a:xfrm>
            <a:off x="3667125" y="1543050"/>
            <a:ext cx="4943475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DDE3D36-0EEA-94A4-1026-9E2F1B4BFC1B}"/>
              </a:ext>
            </a:extLst>
          </p:cNvPr>
          <p:cNvSpPr/>
          <p:nvPr/>
        </p:nvSpPr>
        <p:spPr>
          <a:xfrm>
            <a:off x="7604011" y="3400424"/>
            <a:ext cx="1225664" cy="438149"/>
          </a:xfrm>
          <a:prstGeom prst="round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49736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6E9C8BF-11A5-59DA-43B0-7D396EB89B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181600" cy="41814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37129D3-FDBB-0EA9-952E-3CF8B08A20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0700" y="0"/>
            <a:ext cx="5181600" cy="4181475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04DE23C-650D-F86B-8171-23FD66E58B41}"/>
              </a:ext>
            </a:extLst>
          </p:cNvPr>
          <p:cNvSpPr/>
          <p:nvPr/>
        </p:nvSpPr>
        <p:spPr>
          <a:xfrm>
            <a:off x="3955936" y="314326"/>
            <a:ext cx="777989" cy="304800"/>
          </a:xfrm>
          <a:prstGeom prst="round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FAC241B-278E-AC62-5A9B-92CFF20296DE}"/>
              </a:ext>
            </a:extLst>
          </p:cNvPr>
          <p:cNvSpPr/>
          <p:nvPr/>
        </p:nvSpPr>
        <p:spPr>
          <a:xfrm>
            <a:off x="10182225" y="314326"/>
            <a:ext cx="485775" cy="238124"/>
          </a:xfrm>
          <a:prstGeom prst="round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00641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38</Words>
  <Application>Microsoft Office PowerPoint</Application>
  <PresentationFormat>Widescreen</PresentationFormat>
  <Paragraphs>20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University of Edinburgh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Wilson</dc:creator>
  <cp:lastModifiedBy>John Wilson</cp:lastModifiedBy>
  <cp:revision>3</cp:revision>
  <dcterms:created xsi:type="dcterms:W3CDTF">2026-09-17T14:40:17Z</dcterms:created>
  <dcterms:modified xsi:type="dcterms:W3CDTF">2026-09-17T15:17:38Z</dcterms:modified>
</cp:coreProperties>
</file>